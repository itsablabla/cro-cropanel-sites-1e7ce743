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(84/100)  ·  10 findings  ·  10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coverage check, which is being undermined by competing CTAs and a broken pricing page, causing users to abandon before seeing plans.</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Conflicting value propositions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Low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Two different primary headlines dilute the core message about reliability and simplicity.</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C0392B"/>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Pricing page error</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Direct navigation to /pricing returns an error, dead-ending users and preventing them from seeing plans.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Two-step form before value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Users must complete two sequential forms before seeing any plan details, adding friction.</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Pricing inconsistency across pages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Conflicting one-time fees and monthly rates across plan pages undermine price clarity.</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Ambiguous one-time costs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One-time amounts are shown without labeling what they cover, creating uncertainty about equipment ownership.</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Repeated identical headings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Repeated identical headings across pages and sections confuse visitors about their location.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Conflicting value propositions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Two different primary headlines dilute the core message about reliability and simplicity.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2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page error</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""/pricing": "error""</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Direct navigation to /pricing returns an error, dead-ending users.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Two-step form before value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Users must complete two sequential forms before seeing any plan details, adding friction.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inconsistency across pages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shown on the page: $99.95/month $129.95/month $99.95/mo $0.00 $99.95 $99.99"</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Conflicting one-time fees and monthly rates across plan pages undermine price clarity.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one-time costs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“$0.00 (one-time)”."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One-time amounts are shown without labeling what they cover, creating uncertainty about equipment ownership.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Pricing page error</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Conflicting value propositions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Ambiguous one-time costs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Repeated identical headings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Two-step form before value</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Pricing inconsistency across pages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Competing coverage CTAs</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Vague qualification claim</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Unsupported trust badge</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Duplicate page titles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